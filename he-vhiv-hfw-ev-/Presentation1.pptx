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7226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159854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019307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131081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45663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491641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610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4730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92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6208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753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3474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217090-01DE-E9EF-7FC3-3424C32A3F5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8188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069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916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4C50CA-412E-F209-2BC6-520CD882C59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467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3515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11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1DFC00-B327-1A09-CFA5-90066CF2EF16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4863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321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387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B407E9-E91D-4E3A-0BD6-B499C094700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0027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997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9297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43137-7F52-A85E-61AE-FE424273420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0785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8121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0969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CFA184-A90E-7754-BB64-237FD73A438B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44694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00239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4102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74906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02750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3218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87648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6563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4908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36794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34932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87242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62731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25412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14075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2119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20962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43686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10980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5369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1145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49440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48104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75290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73674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88754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42637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17754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59325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933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172797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700498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74159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83304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330718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40612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5694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03027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16284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53067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92883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920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841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645637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95324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8310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86983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0096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0934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937021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89314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849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26942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603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0606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1153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58119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43138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495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428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31942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3615020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86629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43888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90499"/>
            <a:ext cx="12403666" cy="7133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79262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90498"/>
            <a:ext cx="12403666" cy="7133166"/>
          </a:xfrm>
          <a:prstGeom prst="rect">
            <a:avLst/>
          </a:prstGeom>
        </p:spPr>
      </p:pic>
      <p:pic>
        <p:nvPicPr>
          <p:cNvPr id="20072944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7699" y="380999"/>
            <a:ext cx="10896599" cy="6095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71610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90498"/>
            <a:ext cx="12403666" cy="7133166"/>
          </a:xfrm>
          <a:prstGeom prst="rect">
            <a:avLst/>
          </a:prstGeom>
        </p:spPr>
      </p:pic>
      <p:pic>
        <p:nvPicPr>
          <p:cNvPr id="78170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67166" y="-102053"/>
            <a:ext cx="12191999" cy="2354035"/>
          </a:xfrm>
          <a:prstGeom prst="rect">
            <a:avLst/>
          </a:prstGeom>
        </p:spPr>
      </p:pic>
      <p:pic>
        <p:nvPicPr>
          <p:cNvPr id="148589620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802681" y="2251981"/>
            <a:ext cx="8760304" cy="4938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68032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90498"/>
            <a:ext cx="12403666" cy="7133166"/>
          </a:xfrm>
          <a:prstGeom prst="rect">
            <a:avLst/>
          </a:prstGeom>
        </p:spPr>
      </p:pic>
      <p:pic>
        <p:nvPicPr>
          <p:cNvPr id="2071956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67166" y="-261446"/>
            <a:ext cx="12191999" cy="2460297"/>
          </a:xfrm>
          <a:prstGeom prst="rect">
            <a:avLst/>
          </a:prstGeom>
        </p:spPr>
      </p:pic>
      <p:pic>
        <p:nvPicPr>
          <p:cNvPr id="109362208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6066" y="4545540"/>
            <a:ext cx="10896599" cy="1809749"/>
          </a:xfrm>
          <a:prstGeom prst="rect">
            <a:avLst/>
          </a:prstGeom>
        </p:spPr>
      </p:pic>
      <p:pic>
        <p:nvPicPr>
          <p:cNvPr id="192782274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75005" y="1921403"/>
            <a:ext cx="10998720" cy="4280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81781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37583"/>
            <a:ext cx="12403666" cy="7133166"/>
          </a:xfrm>
          <a:prstGeom prst="rect">
            <a:avLst/>
          </a:prstGeom>
        </p:spPr>
      </p:pic>
      <p:pic>
        <p:nvPicPr>
          <p:cNvPr id="6404674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67166" y="62441"/>
            <a:ext cx="12191999" cy="3092449"/>
          </a:xfrm>
          <a:prstGeom prst="rect">
            <a:avLst/>
          </a:prstGeom>
        </p:spPr>
      </p:pic>
      <p:pic>
        <p:nvPicPr>
          <p:cNvPr id="92376579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892" y="2900685"/>
            <a:ext cx="6968213" cy="3977216"/>
          </a:xfrm>
          <a:prstGeom prst="rect">
            <a:avLst/>
          </a:prstGeom>
        </p:spPr>
      </p:pic>
      <p:pic>
        <p:nvPicPr>
          <p:cNvPr id="66229094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06999" y="2841483"/>
            <a:ext cx="7090833" cy="4036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7480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37583"/>
            <a:ext cx="12403666" cy="7133166"/>
          </a:xfrm>
          <a:prstGeom prst="rect">
            <a:avLst/>
          </a:prstGeom>
        </p:spPr>
      </p:pic>
      <p:pic>
        <p:nvPicPr>
          <p:cNvPr id="85030362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67166" y="-34395"/>
            <a:ext cx="12191999" cy="2832099"/>
          </a:xfrm>
          <a:prstGeom prst="rect">
            <a:avLst/>
          </a:prstGeom>
        </p:spPr>
      </p:pic>
      <p:pic>
        <p:nvPicPr>
          <p:cNvPr id="137394645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0370" y="2681816"/>
            <a:ext cx="9686925" cy="445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9713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67166" y="-137583"/>
            <a:ext cx="12403666" cy="7133166"/>
          </a:xfrm>
          <a:prstGeom prst="rect">
            <a:avLst/>
          </a:prstGeom>
        </p:spPr>
      </p:pic>
      <p:pic>
        <p:nvPicPr>
          <p:cNvPr id="156004792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2026-09-30T00:44:12Z</dcterms:modified>
</cp:coreProperties>
</file>